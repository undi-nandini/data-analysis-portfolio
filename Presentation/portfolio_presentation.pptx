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71" r:id="rId5"/>
    <p:sldId id="257" r:id="rId6"/>
    <p:sldId id="259" r:id="rId7"/>
    <p:sldId id="263" r:id="rId8"/>
    <p:sldId id="262" r:id="rId9"/>
    <p:sldId id="269" r:id="rId10"/>
    <p:sldId id="270" r:id="rId11"/>
    <p:sldId id="272" r:id="rId12"/>
    <p:sldId id="273" r:id="rId13"/>
    <p:sldId id="27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48" d="100"/>
          <a:sy n="48" d="100"/>
        </p:scale>
        <p:origin x="77" y="8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8" d="100"/>
          <a:sy n="58" d="100"/>
        </p:scale>
        <p:origin x="197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t>3/9/2026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t>3/9/2026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3/9/2026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Group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3/9/2026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3/9/2026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3/9/2026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3/9/2026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3/9/2026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3/9/2026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3/9/2026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3/9/2026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3/9/2026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grpSp>
        <p:nvGrpSpPr>
          <p:cNvPr id="7" name="Group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Straight Connector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CC715-2600-27A4-F8E9-8284D590B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69D7A-CE26-DFAF-BA80-2637D5438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919663"/>
            <a:ext cx="11887200" cy="2165684"/>
          </a:xfrm>
        </p:spPr>
        <p:txBody>
          <a:bodyPr>
            <a:normAutofit/>
          </a:bodyPr>
          <a:lstStyle/>
          <a:p>
            <a:r>
              <a:rPr lang="en-US" sz="4000" dirty="0"/>
              <a:t>Multi-Domain Data Analysis Portfolio</a:t>
            </a:r>
          </a:p>
        </p:txBody>
      </p:sp>
    </p:spTree>
    <p:extLst>
      <p:ext uri="{BB962C8B-B14F-4D97-AF65-F5344CB8AC3E}">
        <p14:creationId xmlns:p14="http://schemas.microsoft.com/office/powerpoint/2010/main" val="153150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Portfolio Overview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5 Projects</a:t>
            </a:r>
          </a:p>
          <a:p>
            <a:r>
              <a:rPr lang="en-US" dirty="0"/>
              <a:t>5 Domains</a:t>
            </a:r>
          </a:p>
          <a:p>
            <a:r>
              <a:rPr lang="en-US" dirty="0"/>
              <a:t>25+ Visualizations</a:t>
            </a:r>
          </a:p>
          <a:p>
            <a:r>
              <a:rPr lang="en-US" dirty="0"/>
              <a:t>Python Data Analysis</a:t>
            </a:r>
          </a:p>
        </p:txBody>
      </p:sp>
    </p:spTree>
    <p:extLst>
      <p:ext uri="{BB962C8B-B14F-4D97-AF65-F5344CB8AC3E}">
        <p14:creationId xmlns:p14="http://schemas.microsoft.com/office/powerpoint/2010/main" val="1654255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Project 1 – Supermarket Sales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79131" y="1824790"/>
            <a:ext cx="4914900" cy="4571999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Include:</a:t>
            </a:r>
          </a:p>
          <a:p>
            <a:r>
              <a:rPr lang="en-US" sz="2800" dirty="0"/>
              <a:t>weekly sales pattern</a:t>
            </a:r>
          </a:p>
          <a:p>
            <a:r>
              <a:rPr lang="en-US" sz="2800" dirty="0"/>
              <a:t>product performance</a:t>
            </a:r>
          </a:p>
          <a:p>
            <a:r>
              <a:rPr lang="en-US" sz="2800" dirty="0"/>
              <a:t>payment method analysis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788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Project 2 – Student Performance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F1D58C-1DA9-06ED-5C51-E1FDDDEC57F8}"/>
              </a:ext>
            </a:extLst>
          </p:cNvPr>
          <p:cNvSpPr txBox="1"/>
          <p:nvPr/>
        </p:nvSpPr>
        <p:spPr>
          <a:xfrm>
            <a:off x="2910883" y="1507959"/>
            <a:ext cx="6368716" cy="2588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/>
              <a:t>Include: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gender performance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test preparation impact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subject correlations</a:t>
            </a:r>
          </a:p>
        </p:txBody>
      </p:sp>
    </p:spTree>
    <p:extLst>
      <p:ext uri="{BB962C8B-B14F-4D97-AF65-F5344CB8AC3E}">
        <p14:creationId xmlns:p14="http://schemas.microsoft.com/office/powerpoint/2010/main" val="1527004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Project 3 – Weather Analysis</a:t>
            </a:r>
            <a:endParaRPr lang="en-US" sz="3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9A54B2-D4F0-27DF-38E8-61ECE2DE7885}"/>
              </a:ext>
            </a:extLst>
          </p:cNvPr>
          <p:cNvSpPr txBox="1"/>
          <p:nvPr/>
        </p:nvSpPr>
        <p:spPr>
          <a:xfrm>
            <a:off x="3176337" y="1629688"/>
            <a:ext cx="6096000" cy="2588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/>
              <a:t>Include: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temperature trends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seasonal patterns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climate correlations</a:t>
            </a:r>
          </a:p>
        </p:txBody>
      </p:sp>
    </p:spTree>
    <p:extLst>
      <p:ext uri="{BB962C8B-B14F-4D97-AF65-F5344CB8AC3E}">
        <p14:creationId xmlns:p14="http://schemas.microsoft.com/office/powerpoint/2010/main" val="2224495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D57E3-8498-2BE2-E375-7280FC847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114D7-5FA1-9366-A942-299E30E22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Project 4 – Heart Disease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2EF534-70C8-0227-F9D4-1315A69DA142}"/>
              </a:ext>
            </a:extLst>
          </p:cNvPr>
          <p:cNvSpPr txBox="1"/>
          <p:nvPr/>
        </p:nvSpPr>
        <p:spPr>
          <a:xfrm>
            <a:off x="2910883" y="1507959"/>
            <a:ext cx="6368716" cy="2373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Include: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risk factors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medical variable correlations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patient demographics</a:t>
            </a:r>
          </a:p>
        </p:txBody>
      </p:sp>
    </p:spTree>
    <p:extLst>
      <p:ext uri="{BB962C8B-B14F-4D97-AF65-F5344CB8AC3E}">
        <p14:creationId xmlns:p14="http://schemas.microsoft.com/office/powerpoint/2010/main" val="3862420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0A01C-75B2-6151-3CDE-8EAEC544E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5CF6D-9D7C-70A7-18A9-3115A81DF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Project 5 – Stock Market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B2E806-885B-4EDF-87CC-3B2B4D35418D}"/>
              </a:ext>
            </a:extLst>
          </p:cNvPr>
          <p:cNvSpPr txBox="1"/>
          <p:nvPr/>
        </p:nvSpPr>
        <p:spPr>
          <a:xfrm>
            <a:off x="2910883" y="1982450"/>
            <a:ext cx="6368716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Include: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price trend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volatility analysis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moving averages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64762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F9CAD-0584-4163-F113-73055DC1E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64CFC-3F42-D314-822D-9C602970A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                          Key Insights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205C30-0C18-10CB-7275-435C373C540D}"/>
              </a:ext>
            </a:extLst>
          </p:cNvPr>
          <p:cNvSpPr txBox="1"/>
          <p:nvPr/>
        </p:nvSpPr>
        <p:spPr>
          <a:xfrm>
            <a:off x="1104900" y="1886197"/>
            <a:ext cx="10172700" cy="3234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Retail: Product category drives revenue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Education: Test preparation improves performance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Weather: Clear seasonal patterns exist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Healthcare: Multiple factors influence disease risk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Finance: Stock trends show long-term growth patterns</a:t>
            </a:r>
          </a:p>
        </p:txBody>
      </p:sp>
    </p:spTree>
    <p:extLst>
      <p:ext uri="{BB962C8B-B14F-4D97-AF65-F5344CB8AC3E}">
        <p14:creationId xmlns:p14="http://schemas.microsoft.com/office/powerpoint/2010/main" val="955344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65EF7-7F75-87B2-9C7E-42BE312B6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AB903-882F-5749-61C1-9C254E5BE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                             Tools Used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EEB01D-E9E9-0E31-17CD-F09B30F28463}"/>
              </a:ext>
            </a:extLst>
          </p:cNvPr>
          <p:cNvSpPr txBox="1"/>
          <p:nvPr/>
        </p:nvSpPr>
        <p:spPr>
          <a:xfrm>
            <a:off x="3472356" y="1741818"/>
            <a:ext cx="6368716" cy="3881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/>
              <a:t>Python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/>
              <a:t>Pandas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/>
              <a:t>NumPy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/>
              <a:t>Matplotlib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/>
              <a:t>Seaborn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 err="1"/>
              <a:t>Jupyter</a:t>
            </a:r>
            <a:r>
              <a:rPr lang="en-US" sz="2800" dirty="0"/>
              <a:t> Notebook</a:t>
            </a:r>
          </a:p>
        </p:txBody>
      </p:sp>
    </p:spTree>
    <p:extLst>
      <p:ext uri="{BB962C8B-B14F-4D97-AF65-F5344CB8AC3E}">
        <p14:creationId xmlns:p14="http://schemas.microsoft.com/office/powerpoint/2010/main" val="155630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1B018-FDBD-B76F-24D1-B6D736A42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47967-DE26-43AE-5BC0-4E56191AC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                          Conclusion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D46B6D-4935-C2D4-C14B-3550290477CC}"/>
              </a:ext>
            </a:extLst>
          </p:cNvPr>
          <p:cNvSpPr txBox="1"/>
          <p:nvPr/>
        </p:nvSpPr>
        <p:spPr>
          <a:xfrm>
            <a:off x="1104900" y="1998492"/>
            <a:ext cx="10172700" cy="1295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This portfolio demonstrates real-world data analysis skills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across multiple domains using Python and visualization tools.</a:t>
            </a:r>
          </a:p>
        </p:txBody>
      </p:sp>
    </p:spTree>
    <p:extLst>
      <p:ext uri="{BB962C8B-B14F-4D97-AF65-F5344CB8AC3E}">
        <p14:creationId xmlns:p14="http://schemas.microsoft.com/office/powerpoint/2010/main" val="1942208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cademic Literature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3431380.potx" id="{B573BD99-E105-4D2A-964B-B901A176567A}" vid="{B1D363B9-18DE-4874-9E2B-FD69B5C6548D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DDBB83-77C1-4099-A0AA-289882E745E2}">
  <ds:schemaRefs>
    <ds:schemaRef ds:uri="http://purl.org/dc/elements/1.1/"/>
    <ds:schemaRef ds:uri="http://schemas.microsoft.com/office/2006/metadata/properties"/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Academic presentation, pinstripe and ribbon design (widescreen)</Template>
  <TotalTime>19</TotalTime>
  <Words>149</Words>
  <Application>Microsoft Office PowerPoint</Application>
  <PresentationFormat>Widescreen</PresentationFormat>
  <Paragraphs>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Euphemia</vt:lpstr>
      <vt:lpstr>Plantagenet Cherokee</vt:lpstr>
      <vt:lpstr>Wingdings</vt:lpstr>
      <vt:lpstr>Academic Literature 16x9</vt:lpstr>
      <vt:lpstr>Multi-Domain Data Analysis Portfolio</vt:lpstr>
      <vt:lpstr>Portfolio Overview</vt:lpstr>
      <vt:lpstr>Project 1 – Supermarket Sales</vt:lpstr>
      <vt:lpstr>Project 2 – Student Performance</vt:lpstr>
      <vt:lpstr>Project 3 – Weather Analysis</vt:lpstr>
      <vt:lpstr>Project 4 – Heart Disease</vt:lpstr>
      <vt:lpstr>Project 5 – Stock Market</vt:lpstr>
      <vt:lpstr>                          Key Insights</vt:lpstr>
      <vt:lpstr>                             Tools Used</vt:lpstr>
      <vt:lpstr>                         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NANDINI UNDI</dc:creator>
  <cp:lastModifiedBy>NANDINI UNDI</cp:lastModifiedBy>
  <cp:revision>1</cp:revision>
  <dcterms:created xsi:type="dcterms:W3CDTF">2026-03-09T14:03:40Z</dcterms:created>
  <dcterms:modified xsi:type="dcterms:W3CDTF">2026-03-09T14:23:02Z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